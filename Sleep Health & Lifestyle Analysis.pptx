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64" r:id="rId3"/>
    <p:sldId id="258" r:id="rId4"/>
    <p:sldId id="260" r:id="rId5"/>
    <p:sldId id="261" r:id="rId6"/>
    <p:sldId id="262" r:id="rId7"/>
    <p:sldId id="263" r:id="rId8"/>
    <p:sldId id="265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C5549AB0-6864-469F-8A31-46522317397F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CD9A2863-1EC5-4E09-A18E-AFB925BB6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435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49AB0-6864-469F-8A31-46522317397F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A2863-1EC5-4E09-A18E-AFB925BB6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135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49AB0-6864-469F-8A31-46522317397F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A2863-1EC5-4E09-A18E-AFB925BB6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723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49AB0-6864-469F-8A31-46522317397F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A2863-1EC5-4E09-A18E-AFB925BB6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285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49AB0-6864-469F-8A31-46522317397F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A2863-1EC5-4E09-A18E-AFB925BB6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2056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49AB0-6864-469F-8A31-46522317397F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A2863-1EC5-4E09-A18E-AFB925BB6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89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49AB0-6864-469F-8A31-46522317397F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A2863-1EC5-4E09-A18E-AFB925BB6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851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49AB0-6864-469F-8A31-46522317397F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CD9A2863-1EC5-4E09-A18E-AFB925BB6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56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C5549AB0-6864-469F-8A31-46522317397F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CD9A2863-1EC5-4E09-A18E-AFB925BB6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400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49AB0-6864-469F-8A31-46522317397F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A2863-1EC5-4E09-A18E-AFB925BB6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614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49AB0-6864-469F-8A31-46522317397F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A2863-1EC5-4E09-A18E-AFB925BB6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441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C5549AB0-6864-469F-8A31-46522317397F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CD9A2863-1EC5-4E09-A18E-AFB925BB6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75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3CA02-B4A7-4538-891D-FB66B9B174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8304" y="1417982"/>
            <a:ext cx="10782300" cy="2281215"/>
          </a:xfrm>
        </p:spPr>
        <p:txBody>
          <a:bodyPr/>
          <a:lstStyle/>
          <a:p>
            <a:pPr algn="ctr"/>
            <a:r>
              <a:rPr lang="en-US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Sleep Health &amp; Lifestyle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DEAFD9-B103-4602-B97A-9606AEEB98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4924" y="3699197"/>
            <a:ext cx="10914888" cy="1204107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Excel, Python, SQL, Power BI &amp; Tableau</a:t>
            </a:r>
          </a:p>
        </p:txBody>
      </p:sp>
    </p:spTree>
    <p:extLst>
      <p:ext uri="{BB962C8B-B14F-4D97-AF65-F5344CB8AC3E}">
        <p14:creationId xmlns:p14="http://schemas.microsoft.com/office/powerpoint/2010/main" val="17533226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0BF3AE41-3662-463D-A644-40267AADF5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566" y="1758402"/>
            <a:ext cx="11290850" cy="35863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focuses on analyzing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sleep health and lifestyle patterns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using data analytics.</a:t>
            </a:r>
          </a:p>
          <a:p>
            <a:pPr marL="342900" marR="0" lvl="0" indent="-3429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explores how factors such as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stress level, physical activity, occupation, age, and sleep quality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are related.</a:t>
            </a:r>
          </a:p>
          <a:p>
            <a:pPr marL="342900" marR="0" lvl="0" indent="-3429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Multiple tools including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Excel, Python, SQL, Power BI, and Tableau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were used to clean, analyze, and visualize the data.</a:t>
            </a:r>
          </a:p>
          <a:p>
            <a:pPr marL="342900" marR="0" lvl="0" indent="-3429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goal is to generate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actionable insights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that support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well-being and preventive decision-making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0C4193-7956-4F98-847A-019C42B9A150}"/>
              </a:ext>
            </a:extLst>
          </p:cNvPr>
          <p:cNvSpPr txBox="1"/>
          <p:nvPr/>
        </p:nvSpPr>
        <p:spPr>
          <a:xfrm>
            <a:off x="397567" y="543339"/>
            <a:ext cx="112908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2476108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6E9DEEE-2453-48AB-BCC4-7C570AFE61A8}"/>
              </a:ext>
            </a:extLst>
          </p:cNvPr>
          <p:cNvSpPr txBox="1"/>
          <p:nvPr/>
        </p:nvSpPr>
        <p:spPr>
          <a:xfrm>
            <a:off x="1364972" y="315444"/>
            <a:ext cx="89187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DA6169-25F9-47B0-94E1-37F0ECB2A28A}"/>
              </a:ext>
            </a:extLst>
          </p:cNvPr>
          <p:cNvSpPr txBox="1"/>
          <p:nvPr/>
        </p:nvSpPr>
        <p:spPr>
          <a:xfrm>
            <a:off x="781879" y="1068913"/>
            <a:ext cx="10774018" cy="1555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of Sleep Health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of Lifestyle patterns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Sleep duration, Quality, Stress and Health indicators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1DADB1-91BF-45CA-B206-C9966E9E1176}"/>
              </a:ext>
            </a:extLst>
          </p:cNvPr>
          <p:cNvSpPr txBox="1"/>
          <p:nvPr/>
        </p:nvSpPr>
        <p:spPr>
          <a:xfrm>
            <a:off x="2948606" y="2927005"/>
            <a:ext cx="57514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3F2B8B01-6A90-452D-87B4-D8684E722D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853" y="3909495"/>
            <a:ext cx="11092070" cy="15550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analyze sleep health patterns using the Sleep Health and Lifestyle dataset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understand the impact of lifestyle habits and stress levels on sleep quality and sleep duration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study the relationship between health indicators (blood pressure, BMI) and sleep behavior</a:t>
            </a:r>
          </a:p>
        </p:txBody>
      </p:sp>
    </p:spTree>
    <p:extLst>
      <p:ext uri="{BB962C8B-B14F-4D97-AF65-F5344CB8AC3E}">
        <p14:creationId xmlns:p14="http://schemas.microsoft.com/office/powerpoint/2010/main" val="3855989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28DFDE-D9BA-4CFC-B89C-C01C8A910590}"/>
              </a:ext>
            </a:extLst>
          </p:cNvPr>
          <p:cNvSpPr txBox="1"/>
          <p:nvPr/>
        </p:nvSpPr>
        <p:spPr>
          <a:xfrm>
            <a:off x="914400" y="198783"/>
            <a:ext cx="103631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93B0A9-1ABC-4584-B2AE-1DA110DE1F07}"/>
              </a:ext>
            </a:extLst>
          </p:cNvPr>
          <p:cNvSpPr txBox="1"/>
          <p:nvPr/>
        </p:nvSpPr>
        <p:spPr>
          <a:xfrm>
            <a:off x="768627" y="1030644"/>
            <a:ext cx="11237843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: Sleep Health and Lifestyle Dataset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Records Analyzed: 374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Attribute : Age, Gender, Occupation, Sleep Duration, Sleep Quality, Stress Level, BP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 : 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 – Initial data analysis and basic dashboard creation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(Pandas, Matplotlib, Seaborn) – Data cleaning and exploratory data analysis 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– Query-based analysis and data aggregation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– Interactive dashboard creation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Tableau – Advanced data visualization      </a:t>
            </a:r>
          </a:p>
          <a:p>
            <a:pPr>
              <a:lnSpc>
                <a:spcPct val="150000"/>
              </a:lnSpc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8274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202A746-7EA3-411A-9816-ED52F23E4272}"/>
              </a:ext>
            </a:extLst>
          </p:cNvPr>
          <p:cNvSpPr txBox="1"/>
          <p:nvPr/>
        </p:nvSpPr>
        <p:spPr>
          <a:xfrm>
            <a:off x="1437861" y="318052"/>
            <a:ext cx="93162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Performance Indicators (KPIs)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F2E41E-21AB-491F-88DB-B23302D10823}"/>
              </a:ext>
            </a:extLst>
          </p:cNvPr>
          <p:cNvSpPr txBox="1"/>
          <p:nvPr/>
        </p:nvSpPr>
        <p:spPr>
          <a:xfrm>
            <a:off x="2471531" y="1325218"/>
            <a:ext cx="5188226" cy="2908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Sleep Duration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Sleep Quality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Stress Level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Percentage of Good Sleep People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Participants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5147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474EF4D-8B28-4B35-8611-C8087A07D1CD}"/>
              </a:ext>
            </a:extLst>
          </p:cNvPr>
          <p:cNvSpPr txBox="1"/>
          <p:nvPr/>
        </p:nvSpPr>
        <p:spPr>
          <a:xfrm>
            <a:off x="821634" y="850413"/>
            <a:ext cx="94620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Sleep Quality &amp; Stress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8AF8BC-0427-4996-99FA-0E4F88EB1FC1}"/>
              </a:ext>
            </a:extLst>
          </p:cNvPr>
          <p:cNvSpPr txBox="1"/>
          <p:nvPr/>
        </p:nvSpPr>
        <p:spPr>
          <a:xfrm>
            <a:off x="821634" y="2905780"/>
            <a:ext cx="97005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Demographic Analysis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A308F9-47D9-4C83-9D4E-052BB8E4D5DA}"/>
              </a:ext>
            </a:extLst>
          </p:cNvPr>
          <p:cNvSpPr txBox="1"/>
          <p:nvPr/>
        </p:nvSpPr>
        <p:spPr>
          <a:xfrm>
            <a:off x="821634" y="4961147"/>
            <a:ext cx="82163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Indicators Analysis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A1D81085-B43C-4070-9A12-0F016813A7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1634" y="1384364"/>
            <a:ext cx="8283795" cy="1421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Individuals with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lower stress levels show higher sleep quality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High stress is strongly associated with poor sleep quality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Stress emerges as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factor impacting overall sleep health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59BE9DAE-11B0-44F8-8B40-8FEF2D6042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1634" y="3362451"/>
            <a:ext cx="9191609" cy="1421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Females have a slightly higher average sleep duration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compared to males.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Sleep duration varies across different occupations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lifestyle impact.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Sleep patterns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differ by demographic group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7" name="Rectangle 6">
            <a:extLst>
              <a:ext uri="{FF2B5EF4-FFF2-40B4-BE49-F238E27FC236}">
                <a16:creationId xmlns:a16="http://schemas.microsoft.com/office/drawing/2014/main" id="{CDF646F2-130F-4A72-BF9C-C5C75FF649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1634" y="5484367"/>
            <a:ext cx="8834703" cy="960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Both systolic and diastolic blood pressure increase with age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Regular health monitoring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important for long-term health management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3D1A9E1-85F5-46B2-ACE4-6C50F2D3977A}"/>
              </a:ext>
            </a:extLst>
          </p:cNvPr>
          <p:cNvSpPr txBox="1"/>
          <p:nvPr/>
        </p:nvSpPr>
        <p:spPr>
          <a:xfrm>
            <a:off x="543340" y="124986"/>
            <a:ext cx="112245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ey </a:t>
            </a:r>
            <a:r>
              <a:rPr lang="en-US" sz="3600" b="1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nsights</a:t>
            </a:r>
          </a:p>
        </p:txBody>
      </p:sp>
    </p:spTree>
    <p:extLst>
      <p:ext uri="{BB962C8B-B14F-4D97-AF65-F5344CB8AC3E}">
        <p14:creationId xmlns:p14="http://schemas.microsoft.com/office/powerpoint/2010/main" val="28296585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97A4DB9E-62E0-41D2-84A5-E231032137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574" y="1148343"/>
            <a:ext cx="11767930" cy="4561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Encourage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stress management and sleep hygiene programs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as lower stress levels are linked to better sleep quality.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healthy lifestyle habits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as physical activity and work–life balance to improve overall sleep duration.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Conduct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health monitoring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especially blood pressure checks, to identify age-related health risks early.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targeted wellness initiatives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on occupation and demographic patterns, including support for high-stress and shift-based roles</a:t>
            </a:r>
            <a:r>
              <a:rPr lang="en-US" sz="2200" dirty="0"/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3C2BDB-6EDE-42D7-961F-1EC4626928A4}"/>
              </a:ext>
            </a:extLst>
          </p:cNvPr>
          <p:cNvSpPr txBox="1"/>
          <p:nvPr/>
        </p:nvSpPr>
        <p:spPr>
          <a:xfrm>
            <a:off x="450574" y="318052"/>
            <a:ext cx="110390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</a:t>
            </a:r>
          </a:p>
        </p:txBody>
      </p:sp>
    </p:spTree>
    <p:extLst>
      <p:ext uri="{BB962C8B-B14F-4D97-AF65-F5344CB8AC3E}">
        <p14:creationId xmlns:p14="http://schemas.microsoft.com/office/powerpoint/2010/main" val="34265181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2C24DBB-E142-4902-A92C-70155954BE98}"/>
              </a:ext>
            </a:extLst>
          </p:cNvPr>
          <p:cNvSpPr txBox="1"/>
          <p:nvPr/>
        </p:nvSpPr>
        <p:spPr>
          <a:xfrm>
            <a:off x="371061" y="490330"/>
            <a:ext cx="112908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r>
              <a:rPr lang="en-US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00CF75-FD61-4119-8610-B3D108B20D2B}"/>
              </a:ext>
            </a:extLst>
          </p:cNvPr>
          <p:cNvSpPr txBox="1"/>
          <p:nvPr/>
        </p:nvSpPr>
        <p:spPr>
          <a:xfrm>
            <a:off x="715617" y="1378226"/>
            <a:ext cx="10760765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shows a clear relationship between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stress levels, lifestyle factors, and sleep quality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sleep patterns are more common among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high-stress and specific occupational groups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monitoring and wellness-focused interventions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help improve overall sleep health.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dashboards enable stakeholders to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trends and support informed decisions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2608986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221</TotalTime>
  <Words>494</Words>
  <Application>Microsoft Office PowerPoint</Application>
  <PresentationFormat>Widescreen</PresentationFormat>
  <Paragraphs>53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 Light</vt:lpstr>
      <vt:lpstr>Times New Roman</vt:lpstr>
      <vt:lpstr>Wingdings</vt:lpstr>
      <vt:lpstr>Metropolitan</vt:lpstr>
      <vt:lpstr>Sleep Health &amp; Lifestyle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Sleep Health &amp; Lifestyle Analysis</dc:title>
  <dc:creator>user</dc:creator>
  <cp:lastModifiedBy>user</cp:lastModifiedBy>
  <cp:revision>1</cp:revision>
  <dcterms:created xsi:type="dcterms:W3CDTF">2026-01-28T10:07:40Z</dcterms:created>
  <dcterms:modified xsi:type="dcterms:W3CDTF">2026-01-28T13:48:47Z</dcterms:modified>
</cp:coreProperties>
</file>